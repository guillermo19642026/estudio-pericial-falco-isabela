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Escuela para Padres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Aprendiendo a ser Padres de un Adolescente®</a:t>
            </a:r>
          </a:p>
          <a:p>
            <a:r>
              <a:t>Encuentro 1: Comprender la adolescencia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Comprender la adolescencia como etapa evolutiva</a:t>
            </a:r>
          </a:p>
          <a:p>
            <a:r>
              <a:t>• Identificar cambios propios de esta etapa</a:t>
            </a:r>
          </a:p>
          <a:p>
            <a:r>
              <a:t>• Reflexionar sobre el rol de las familias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entendemos por adolescencia?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Etapa de transición caracterizada por profundos cambios físicos, emocionales y sociales.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¿Por qué esta etapa resulta desafiante?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Cambios rápidos</a:t>
            </a:r>
          </a:p>
          <a:p>
            <a:r>
              <a:t>• Búsqueda de autonomía</a:t>
            </a:r>
          </a:p>
          <a:p>
            <a:r>
              <a:t>• Nuevas demandas familiares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Cambios físicos y hormonales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Pubertad</a:t>
            </a:r>
          </a:p>
          <a:p>
            <a:r>
              <a:t>• Crecimiento corporal</a:t>
            </a:r>
          </a:p>
          <a:p>
            <a:r>
              <a:t>• Variaciones hormonales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Desarrollo cerebral adolescente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Maduración progresiva</a:t>
            </a:r>
          </a:p>
          <a:p>
            <a:r>
              <a:t>• Mayor sensibilidad a recompensas</a:t>
            </a:r>
          </a:p>
          <a:p>
            <a:r>
              <a:t>• Regulación emocional en desarrollo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Cambios emocionales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Intensidad afectiva</a:t>
            </a:r>
          </a:p>
          <a:p>
            <a:r>
              <a:t>• Mayor sensibilidad interpersonal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Cambios sociales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Importancia del grupo de pares</a:t>
            </a:r>
          </a:p>
          <a:p>
            <a:r>
              <a:t>• Construcción de identidad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Búsqueda de autonomía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Necesidad de independencia manteniendo el vínculo familiar.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rol del grupo de pares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Espacio de pertenencia, aprendizaje y apoyo.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Mitos frecuentes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'Todos los adolescentes son rebeldes'</a:t>
            </a:r>
          </a:p>
          <a:p>
            <a:r>
              <a:t>• 'No quieren a sus familias'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Factores protectores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Comunicación</a:t>
            </a:r>
          </a:p>
          <a:p>
            <a:r>
              <a:t>• Límites consistentes</a:t>
            </a:r>
          </a:p>
          <a:p>
            <a:r>
              <a:t>• Vínculos seguros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papel de las familias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Acompañar, orientar y permanecer disponibles.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adolescente fui yo?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para reflexionar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necesitaba de los adultos?</a:t>
            </a:r>
          </a:p>
          <a:p>
            <a:r>
              <a:t>¿Qué aprendí de esa etapa?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práctico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Analizar una situación cotidiana desde una perspectiva evolutiva.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del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¿Qué necesidades aparecen?</a:t>
            </a:r>
          </a:p>
          <a:p>
            <a:r>
              <a:t>¿Cómo acompañar?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 FALCO®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Compartir un momento de conversación significativa.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Frase destacada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'Comprender precede a intervenir'.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2E6F5"/>
          </a:solidFill>
          <a:ln>
            <a:solidFill>
              <a:srgbClr val="D2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Comprender para acompañar.</a:t>
            </a:r>
          </a:p>
          <a:p>
            <a:r>
              <a:t>Acompañar para fortalecer.</a:t>
            </a:r>
          </a:p>
          <a:p>
            <a:r>
              <a:t>Fortalecer para crecer.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