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Escuela para Padres FALCO®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Encuentro 7: Salud mental adolescente</a:t>
            </a:r>
          </a:p>
          <a:p>
            <a:r>
              <a:t>Observar, comprender y acompañar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Comprender la salud mental adolescente</a:t>
            </a:r>
          </a:p>
          <a:p>
            <a:r>
              <a:t>• Reconocer factores protectores</a:t>
            </a:r>
          </a:p>
          <a:p>
            <a:r>
              <a:t>• Identificar señales de alerta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entendemos por salud mental?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Estado de bienestar que permite afrontar desafíos y desarrollar relaciones significativas.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adolescencia y el bienestar emocional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Los cambios emocionales forman parte del desarrollo.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Factores protectores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Vínculos seguros</a:t>
            </a:r>
          </a:p>
          <a:p>
            <a:r>
              <a:t>• Comunicación</a:t>
            </a:r>
          </a:p>
          <a:p>
            <a:r>
              <a:t>• Redes de apoyo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Factores de riesgo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Aislamiento persistente</a:t>
            </a:r>
          </a:p>
          <a:p>
            <a:r>
              <a:t>• Violencia</a:t>
            </a:r>
          </a:p>
          <a:p>
            <a:r>
              <a:t>• Consumo problemático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Señales de alerta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Tristeza persistente</a:t>
            </a:r>
          </a:p>
          <a:p>
            <a:r>
              <a:t>• Irritabilidad marcada</a:t>
            </a:r>
          </a:p>
          <a:p>
            <a:r>
              <a:t>• Pérdida de interés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¿Cuándo consultar?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Cuando los cambios son intensos, persistentes y afectan el funcionamiento cotidiano.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rol de las familias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Permanecer disponibles, observar y acompañar.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Pedir ayuda también es cuidar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Solicitar orientación profesional es una forma de protección.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Mapa de Recursos Familiares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Preguntas para reflexionar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¿Qué recursos tiene nuestra familia?</a:t>
            </a:r>
          </a:p>
          <a:p>
            <a:r>
              <a:t>¿Qué necesitamos fortalecer?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 práctico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Martín, 16 años: aislamiento progresivo y pérdida de interés.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del caso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¿Qué señales llaman la atención?</a:t>
            </a:r>
          </a:p>
          <a:p>
            <a:r>
              <a:t>¿Qué recursos pueden activarse?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Preguntas frecuentes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¿Es normal que cambie de humor?</a:t>
            </a:r>
          </a:p>
          <a:p>
            <a:r>
              <a:t>¿Cuándo debo preocuparme?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Escucha activa</a:t>
            </a:r>
          </a:p>
          <a:p>
            <a:r>
              <a:t>• Validación</a:t>
            </a:r>
          </a:p>
          <a:p>
            <a:r>
              <a:t>• Redes de apoyo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Desafío FALCO®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Conversar sobre bienestar emocional y formas de pedir ayuda.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Frase destacada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'Pedir ayuda constituye un acto de cuidado, no de fracaso'.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Síntesis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 salud mental se fortalece a través de vínculos y recursos.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Comprender para acompañar.</a:t>
            </a:r>
          </a:p>
          <a:p>
            <a:r>
              <a:t>Acompañar para fortalecer.</a:t>
            </a:r>
          </a:p>
          <a:p>
            <a:r>
              <a:t>Fortalecer para crecer.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