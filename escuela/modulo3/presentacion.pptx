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Escuela para Padres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Encuentro 3: Emociones y autoestima</a:t>
            </a:r>
          </a:p>
          <a:p>
            <a:r>
              <a:t>Acompañar las emociones para fortalecer la autoestima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Comprender la función de las emociones</a:t>
            </a:r>
          </a:p>
          <a:p>
            <a:r>
              <a:t>• Identificar factores que influyen en la autoestima</a:t>
            </a:r>
          </a:p>
          <a:p>
            <a:r>
              <a:t>• Incorporar herramientas de acompañamiento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son las emociones?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Experiencias que nos informan sobre nuestras necesidades y nos ayudan a adaptarnos.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adolescencia y la intensidad emocional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Cambios evolutivos</a:t>
            </a:r>
          </a:p>
          <a:p>
            <a:r>
              <a:t>• Mayor sensibilidad interpersonal</a:t>
            </a:r>
          </a:p>
          <a:p>
            <a:r>
              <a:t>• Necesidad de validación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Funciones de las emociones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Protección</a:t>
            </a:r>
          </a:p>
          <a:p>
            <a:r>
              <a:t>• Comunicación</a:t>
            </a:r>
          </a:p>
          <a:p>
            <a:r>
              <a:t>• Motivación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Validación emocional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Reconocer la emoción del otro sin minimizarla ni juzgarla.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la autoestima?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 valoración que una persona realiza sobre sí misma.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Factores que fortalecen la autoestima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Reconocimiento</a:t>
            </a:r>
          </a:p>
          <a:p>
            <a:r>
              <a:t>• Sentido de pertenencia</a:t>
            </a:r>
          </a:p>
          <a:p>
            <a:r>
              <a:t>• Experiencias de logro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Factores que pueden debilitarla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Comparación constante</a:t>
            </a:r>
          </a:p>
          <a:p>
            <a:r>
              <a:t>• Críticas reiteradas</a:t>
            </a:r>
          </a:p>
          <a:p>
            <a:r>
              <a:t>• Exigencias excesivas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rol de las familias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Acompañar, reconocer fortalezas y transmitir confianza.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Tarjeta de Fortalezas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para reflexionar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fortalezas reconozco en mi adolescente?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Lucía, 15 años: 'Nunca hago nada suficientemente bien'.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del caso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mensajes podrían estar influyendo?</a:t>
            </a:r>
          </a:p>
          <a:p>
            <a:r>
              <a:t>¿Cómo acompañar?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frecuentes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¿Es normal que cambie de humor?</a:t>
            </a:r>
          </a:p>
          <a:p>
            <a:r>
              <a:t>¿Cómo puedo ayudar?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Escucha activa</a:t>
            </a:r>
          </a:p>
          <a:p>
            <a:r>
              <a:t>• Validación</a:t>
            </a:r>
          </a:p>
          <a:p>
            <a:r>
              <a:t>• Reconocimiento genuino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Reconocer verbalmente una fortaleza cada día.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Frase destacada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'Las emociones necesitan ser comprendidas antes que corregidas'.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Síntesis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 autoestima se fortalece en vínculos seguros y disponibles.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Comprender para acompañar.</a:t>
            </a:r>
          </a:p>
          <a:p>
            <a:r>
              <a:t>Acompañar para fortalecer.</a:t>
            </a:r>
          </a:p>
          <a:p>
            <a:r>
              <a:t>Fortalecer para crecer.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