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Encuentro 8: Proyecto de vida y cierre</a:t>
            </a:r>
          </a:p>
          <a:p>
            <a:r>
              <a:t>Orientar el futuro sin perder el presente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Reflexionar sobre los proyectos de vida</a:t>
            </a:r>
          </a:p>
          <a:p>
            <a:r>
              <a:t>• Integrar los aprendizajes del programa</a:t>
            </a:r>
          </a:p>
          <a:p>
            <a:r>
              <a:t>• Elaborar compromisos familiares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entendemos por proyecto de vida?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Construcción dinámica basada en intereses, valores y experiencias.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adolescencia y el futuro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Los proyectos se exploran, se ajustan y se redefinen.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Fortalezas e intereses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Reconocer recursos favorece la confianza y la autonomía.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 las familias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Orientar sin imponer, acompañar sin controlar.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Transmitir esperanza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Creer en las capacidades del adolescente fortalece su desarrollo.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Autonomía progresiva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Permitir experiencias acordes a la etapa evolutiva.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Método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Fortalecer, Acompañar, Límites, Comprender y Orientar.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Integrando aprendizajes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nos llevamos de este recorrido?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Carta al adolescente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para reflexionar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deseo transmitir?</a:t>
            </a:r>
          </a:p>
          <a:p>
            <a:r>
              <a:t>¿Qué aprendí como madre o padre?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Plan Familiar FALCO®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Construyendo compromisos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acciones implementaremos en los próximos meses?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¿Cómo acompañar sin decidir por ellos?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Disponibilidad</a:t>
            </a:r>
          </a:p>
          <a:p>
            <a:r>
              <a:t>• Confianza</a:t>
            </a:r>
          </a:p>
          <a:p>
            <a:r>
              <a:t>• Esperanza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Continuar fortaleciendo el vínculo día a día.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'Los adolescentes necesitan adultos que crean en ellos'.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Educar es acompañar el crecimiento y celebrar los avances.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