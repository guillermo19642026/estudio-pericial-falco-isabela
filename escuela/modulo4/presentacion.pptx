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Escuela para Padres FALCO®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D2E6F5"/>
          </a:solidFill>
          <a:ln>
            <a:solidFill>
              <a:srgbClr val="D2E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Encuentro 4: Identidad y pertenencia</a:t>
            </a:r>
          </a:p>
          <a:p>
            <a:r>
              <a:t>Acompañar la búsqueda de quienes son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D2E6F5"/>
          </a:solidFill>
          <a:ln>
            <a:solidFill>
              <a:srgbClr val="D2E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• Comprender la construcción de identidad</a:t>
            </a:r>
          </a:p>
          <a:p>
            <a:r>
              <a:t>• Reconocer la importancia del grupo de pares</a:t>
            </a:r>
          </a:p>
          <a:p>
            <a:r>
              <a:t>• Favorecer una autonomía saludable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¿Qué es la identidad?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D2E6F5"/>
          </a:solidFill>
          <a:ln>
            <a:solidFill>
              <a:srgbClr val="D2E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Proceso dinámico mediante el cual respondemos a la pregunta: ¿Quién soy?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 adolescencia como etapa de exploración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D2E6F5"/>
          </a:solidFill>
          <a:ln>
            <a:solidFill>
              <a:srgbClr val="D2E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• Valores</a:t>
            </a:r>
          </a:p>
          <a:p>
            <a:r>
              <a:t>• Intereses</a:t>
            </a:r>
          </a:p>
          <a:p>
            <a:r>
              <a:t>• Roles</a:t>
            </a:r>
          </a:p>
          <a:p>
            <a:r>
              <a:t>• Proyectos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Autonomía y vínculo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D2E6F5"/>
          </a:solidFill>
          <a:ln>
            <a:solidFill>
              <a:srgbClr val="D2E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Diferenciar independencia de desconexión afectiva.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El grupo de pares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D2E6F5"/>
          </a:solidFill>
          <a:ln>
            <a:solidFill>
              <a:srgbClr val="D2E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Espacio de pertenencia, apoyo y aprendizaje social.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Necesidad de aceptación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D2E6F5"/>
          </a:solidFill>
          <a:ln>
            <a:solidFill>
              <a:srgbClr val="D2E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La importancia de sentirse visto y valorado.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Diversidad y singularidad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D2E6F5"/>
          </a:solidFill>
          <a:ln>
            <a:solidFill>
              <a:srgbClr val="D2E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Cada adolescente construye su identidad de manera única.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Factores protectores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D2E6F5"/>
          </a:solidFill>
          <a:ln>
            <a:solidFill>
              <a:srgbClr val="D2E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• Vínculos seguros</a:t>
            </a:r>
          </a:p>
          <a:p>
            <a:r>
              <a:t>• Reconocimiento</a:t>
            </a:r>
          </a:p>
          <a:p>
            <a:r>
              <a:t>• Espacios de participación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El rol de las familias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D2E6F5"/>
          </a:solidFill>
          <a:ln>
            <a:solidFill>
              <a:srgbClr val="D2E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Orientar sin imponer. Escuchar sin invadir.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Actividad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D2E6F5"/>
          </a:solidFill>
          <a:ln>
            <a:solidFill>
              <a:srgbClr val="D2E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Mapa de Identidad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Preguntas para reflexionar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D2E6F5"/>
          </a:solidFill>
          <a:ln>
            <a:solidFill>
              <a:srgbClr val="D2E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¿Qué conozco del mundo interno de mi adolescente?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Caso práctico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D2E6F5"/>
          </a:solidFill>
          <a:ln>
            <a:solidFill>
              <a:srgbClr val="D2E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Sofía, 16 años: 'Necesito que confíen más en mí'.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Análisis del caso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D2E6F5"/>
          </a:solidFill>
          <a:ln>
            <a:solidFill>
              <a:srgbClr val="D2E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¿Qué necesidades aparecen?</a:t>
            </a:r>
          </a:p>
          <a:p>
            <a:r>
              <a:t>¿Cómo acompañar la autonomía?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Preguntas frecuentes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D2E6F5"/>
          </a:solidFill>
          <a:ln>
            <a:solidFill>
              <a:srgbClr val="D2E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¿Es normal que prefiera a sus amigos?</a:t>
            </a:r>
          </a:p>
          <a:p>
            <a:r>
              <a:t>¿Debo preocuparme?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Herramientas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D2E6F5"/>
          </a:solidFill>
          <a:ln>
            <a:solidFill>
              <a:srgbClr val="D2E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• Curiosidad genuina</a:t>
            </a:r>
          </a:p>
          <a:p>
            <a:r>
              <a:t>• Disponibilidad</a:t>
            </a:r>
          </a:p>
          <a:p>
            <a:r>
              <a:t>• Respeto por la singularidad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Desafío FALCO®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D2E6F5"/>
          </a:solidFill>
          <a:ln>
            <a:solidFill>
              <a:srgbClr val="D2E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Compartir una actividad significativa elegida por el adolescente.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Frase destacada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D2E6F5"/>
          </a:solidFill>
          <a:ln>
            <a:solidFill>
              <a:srgbClr val="D2E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'Los adolescentes necesitan raíces para sostenerse y alas para explorar'.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Síntesis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D2E6F5"/>
          </a:solidFill>
          <a:ln>
            <a:solidFill>
              <a:srgbClr val="D2E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La identidad se construye en el encuentro con otros.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Cierre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D2E6F5"/>
          </a:solidFill>
          <a:ln>
            <a:solidFill>
              <a:srgbClr val="D2E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Comprender para acompañar.</a:t>
            </a:r>
          </a:p>
          <a:p>
            <a:r>
              <a:t>Acompañar para fortalecer.</a:t>
            </a:r>
          </a:p>
          <a:p>
            <a:r>
              <a:t>Fortalecer para crecer.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