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Encuentro 5: Redes sociales y tecnología</a:t>
            </a:r>
          </a:p>
          <a:p>
            <a:r>
              <a:t>Educar en el mundo digital sin perder el vínculo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Comprender el rol de la tecnología</a:t>
            </a:r>
          </a:p>
          <a:p>
            <a:r>
              <a:t>• Identificar riesgos y oportunidades</a:t>
            </a:r>
          </a:p>
          <a:p>
            <a:r>
              <a:t>• Construir acuerdos saludables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adolescencia en la era digital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Las redes forman parte de la vida cotidiana adolescente.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Tecnología: ni enemiga ni salvadora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 desafío es enseñar un uso responsable.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Oportunidades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Aprendizaje</a:t>
            </a:r>
          </a:p>
          <a:p>
            <a:r>
              <a:t>• Creatividad</a:t>
            </a:r>
          </a:p>
          <a:p>
            <a:r>
              <a:t>• Conexión social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Comparación social</a:t>
            </a:r>
          </a:p>
          <a:p>
            <a:r>
              <a:t>• Alteraciones del sueño</a:t>
            </a:r>
          </a:p>
          <a:p>
            <a:r>
              <a:t>• Dificultad para desconectarse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específicos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Grooming</a:t>
            </a:r>
          </a:p>
          <a:p>
            <a:r>
              <a:t>• Sexting</a:t>
            </a:r>
          </a:p>
          <a:p>
            <a:r>
              <a:t>• Ciberbullying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Señales de alerta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Irritabilidad</a:t>
            </a:r>
          </a:p>
          <a:p>
            <a:r>
              <a:t>• Aislamiento</a:t>
            </a:r>
          </a:p>
          <a:p>
            <a:r>
              <a:t>• Bajo rendimiento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protectores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Comunicación</a:t>
            </a:r>
          </a:p>
          <a:p>
            <a:r>
              <a:t>• Supervisión</a:t>
            </a:r>
          </a:p>
          <a:p>
            <a:r>
              <a:t>• Acuerdos claros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 las familias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Educar digitalmente implica acompañar.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Contrato Tecnológico FALCO®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Construyendo acuerdos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Horarios, espacios sin pantallas y consecuencias.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Valentina, 14 años: 'Mis amigos están ahí'.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del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necesidades aparecen?</a:t>
            </a:r>
          </a:p>
          <a:p>
            <a:r>
              <a:t>¿Cómo acompañar?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¿Debo revisar el celular?</a:t>
            </a:r>
          </a:p>
          <a:p>
            <a:r>
              <a:t>¿Cuánto tiempo de pantalla?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Curiosidad</a:t>
            </a:r>
          </a:p>
          <a:p>
            <a:r>
              <a:t>• Diálogo</a:t>
            </a:r>
          </a:p>
          <a:p>
            <a:r>
              <a:t>• Límites consistentes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Conversar sobre tecnología desde la curiosidad.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'Educar digitalmente implica acompañar, no solamente controlar'.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Comprender, dialogar, acordar y acompañar.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