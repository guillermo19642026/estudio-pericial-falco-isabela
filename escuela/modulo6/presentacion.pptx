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Escuela para Padres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Encuentro 6: Límites saludables</a:t>
            </a:r>
          </a:p>
          <a:p>
            <a:r>
              <a:t>Educar con firmeza, respeto y coherencia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Comprender la función educativa de los límites</a:t>
            </a:r>
          </a:p>
          <a:p>
            <a:r>
              <a:t>• Diferenciar castigo y consecuencia</a:t>
            </a:r>
          </a:p>
          <a:p>
            <a:r>
              <a:t>• Favorecer acuerdos familiares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¿Para qué sirven los límites?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Los límites protegen, orientan y preparan para la autonomía.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Límites, normas y consecuencias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son sinónimos; cumplen funciones diferentes.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Estilo autoritario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Rigidez</a:t>
            </a:r>
          </a:p>
          <a:p>
            <a:r>
              <a:t>• Predominio del castigo</a:t>
            </a:r>
          </a:p>
          <a:p>
            <a:r>
              <a:t>• Baja flexibilidad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Estilo permisivo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Escasa consistencia</a:t>
            </a:r>
          </a:p>
          <a:p>
            <a:r>
              <a:t>• Dificultad para sostener normas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Estilo democrático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Afecto</a:t>
            </a:r>
          </a:p>
          <a:p>
            <a:r>
              <a:t>• Firmeza</a:t>
            </a:r>
          </a:p>
          <a:p>
            <a:r>
              <a:t>• Participación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Consecuencias educativas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Deben ser claras, proporcionales y orientadas al aprendizaje.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coherencia parental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Los acuerdos entre adultos brindan seguridad.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rol de las familias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Educar implica acompañar y orientar.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Revisando nuestras normas familiares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para reflexionar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normas funcionan bien?</a:t>
            </a:r>
          </a:p>
          <a:p>
            <a:r>
              <a:t>¿Qué acuerdos necesitan revisarse?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Lucas, 15 años: 'Nunca me escuchan y todo está prohibido'.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del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necesidades aparecen?</a:t>
            </a:r>
          </a:p>
          <a:p>
            <a:r>
              <a:t>¿Cómo construir acuerdos?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¿Es conveniente negociar?</a:t>
            </a:r>
          </a:p>
          <a:p>
            <a:r>
              <a:t>¿Qué hago si incumple?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Escucha activa</a:t>
            </a:r>
          </a:p>
          <a:p>
            <a:r>
              <a:t>• Claridad</a:t>
            </a:r>
          </a:p>
          <a:p>
            <a:r>
              <a:t>• Consistencia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Revisar una norma familiar junto con el adolescente.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Frase destacada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'La firmeza y el afecto no son opuestos; pueden coexistir'.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Los límites más efectivos son aquellos que se sostienen desde el vínculo.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Comprender para acompañar.</a:t>
            </a:r>
          </a:p>
          <a:p>
            <a:r>
              <a:t>Acompañar para fortalecer.</a:t>
            </a:r>
          </a:p>
          <a:p>
            <a:r>
              <a:t>Fortalecer para crecer.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