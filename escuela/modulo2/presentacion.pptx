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2: Comunicación efectiva</a:t>
            </a:r>
          </a:p>
          <a:p>
            <a:r>
              <a:t>Aprender a escuchar para fortalecer el vínculo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Identificar barreras comunicacionales</a:t>
            </a:r>
          </a:p>
          <a:p>
            <a:r>
              <a:t>• Incorporar herramientas de escucha activa</a:t>
            </a:r>
          </a:p>
          <a:p>
            <a:r>
              <a:t>• Favorecer conversaciones significativas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entendemos por comunicación?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Proceso dinámico mediante el cual construimos significados y vínculos.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comunicación como factor protector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Favorece el bienestar emocional y fortalece la confianza.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Barreras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Interrupciones</a:t>
            </a:r>
          </a:p>
          <a:p>
            <a:r>
              <a:t>• Juicios prematuros</a:t>
            </a:r>
          </a:p>
          <a:p>
            <a:r>
              <a:t>• Minimizar emociones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Escucha activa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Atención plena</a:t>
            </a:r>
          </a:p>
          <a:p>
            <a:r>
              <a:t>• Reformulación</a:t>
            </a:r>
          </a:p>
          <a:p>
            <a:r>
              <a:t>• Validación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Lenguaje verbal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importancia de las palabras elegidas.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Lenguaje no verbal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Gestos, tono de voz y disponibilidad.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Errores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Sermones extensos</a:t>
            </a:r>
          </a:p>
          <a:p>
            <a:r>
              <a:t>• Consejos inmediatos</a:t>
            </a:r>
          </a:p>
          <a:p>
            <a:r>
              <a:t>• Críticas constantes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abiertas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Facilitan el diálogo y la reflexión.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Preguntas que abren el diálogo.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fue lo mejor de tu día?</a:t>
            </a:r>
          </a:p>
          <a:p>
            <a:r>
              <a:t>¿Cómo puedo acompañarte mejor?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Martina, 15 años: 'Cada vez que hablo, me retan'.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obstáculos aparecen?</a:t>
            </a:r>
          </a:p>
          <a:p>
            <a:r>
              <a:t>¿Qué necesidades están presentes?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hago si no quiere hablar?</a:t>
            </a:r>
          </a:p>
          <a:p>
            <a:r>
              <a:t>¿Debo insistir?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Empatía</a:t>
            </a:r>
          </a:p>
          <a:p>
            <a:r>
              <a:t>• Disponibilidad</a:t>
            </a:r>
          </a:p>
          <a:p>
            <a:r>
              <a:t>• Paciencia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Mantener dos conversaciones utilizando preguntas abiertas.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'Escuchar no implica estar de acuerdo; implica intentar comprender'.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calidad de nuestras conversaciones transforma nuestros vínculos.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